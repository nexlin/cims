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CIMS 시스템 기술 문서</a:t>
            </a:r>
          </a:p>
          <a:p>
            <a:pPr algn="ctr">
              <a:spcBef>
                <a:spcPts val="2000"/>
              </a:spcBef>
              <a:defRPr sz="1800">
                <a:solidFill>
                  <a:srgbClr val="C8DCFF"/>
                </a:solidFill>
              </a:defRPr>
            </a:pPr>
            <a:r>
              <a:t>VoIP / MCPTT PTT 서버 시스템</a:t>
            </a:r>
            <a:br/>
            <a:r>
              <a:t>아키텍처 · 인터페이스 규격 · 메시지 Flow · API 명세</a:t>
            </a:r>
            <a:br/>
            <a:br/>
            <a:r>
              <a:t>v1.0 —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1. 시스템 아키텍처</a:t>
            </a:r>
          </a:p>
          <a:p>
            <a:pPr algn="ctr"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컴포넌트 구성, 역할, 포트, 데이터 흐름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시스템 구성도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286000" cy="9144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Phone App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브라우저 (React)</a:t>
            </a:r>
            <a:br/>
            <a:r>
              <a:t>WS + WebRTC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286000" cy="9144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Console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브라우저 (React)</a:t>
            </a:r>
            <a:br/>
            <a:r>
              <a:t>HTTPS 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188720"/>
            <a:ext cx="2286000" cy="9144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VoLTE UE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SIP 단말</a:t>
            </a:r>
            <a:br/>
            <a:r>
              <a:t>SIP + RTP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188720"/>
            <a:ext cx="2286000" cy="9144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MCPTT UE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PTT 단말</a:t>
            </a:r>
            <a:br/>
            <a:r>
              <a:t>SIP + RTCP Floor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2286000" cy="13716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cwrtc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WebSocket ↔ SIP 브리지</a:t>
            </a:r>
            <a:br/>
            <a:r>
              <a:t>DTLS-SRTP ↔ RTP</a:t>
            </a:r>
            <a:br/>
            <a:r>
              <a:t>HTTP/WS :8080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926080"/>
            <a:ext cx="2286000" cy="13716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CSC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REST API (Auth/Admin)</a:t>
            </a:r>
            <a:br/>
            <a:r>
              <a:t>IdMS/GMS/CMS/KMS</a:t>
            </a:r>
            <a:br/>
            <a:r>
              <a:t>HTTPS :4420/:4430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26080"/>
            <a:ext cx="2286000" cy="13716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CSP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SIP 시그널링 서버</a:t>
            </a:r>
            <a:br/>
            <a:r>
              <a:t>등록/통화/그룹콜</a:t>
            </a:r>
            <a:br/>
            <a:r>
              <a:t>SIP :5060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926080"/>
            <a:ext cx="2286000" cy="13716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CMP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RTP 미디어 릴레이</a:t>
            </a:r>
            <a:br/>
            <a:r>
              <a:t>MCPTT Floor 제어</a:t>
            </a:r>
            <a:br/>
            <a:r>
              <a:t>JSON :9000 / RTP :50000+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120640"/>
            <a:ext cx="30175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101600"/>
          <a:lstStyle/>
          <a:p>
            <a:pPr algn="ctr">
              <a:defRPr sz="1400" b="1">
                <a:solidFill>
                  <a:srgbClr val="1A1D2E"/>
                </a:solidFill>
              </a:defRPr>
            </a:pPr>
            <a:r>
              <a:t>MySQL DB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users, subscriptions</a:t>
            </a:r>
            <a:br/>
            <a:r>
              <a:t>ptt_groups, call_logs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▼ WebSocket + DTLS-SRTP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▼ HTTPS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▼ SIP + RTP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▼ SIP + RTCP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34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◄── SIP (UDP 5060) ──►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4348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◄── UDP JSON (9000) ──►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CSP — Call Service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5331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SIP 프로토콜 서버: REGISTER, INVITE, BYE, SUBSCRIBE, NOTIFY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1:1 VoIP 통화 및 PTT 그룹 통화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CMP에 RTP 세션 생성/삭제 명령 (UDP 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핵심 클래스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CSipServer — SIP 메시지 핸들링 (Digest 인증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950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CGroupCallService — PTT 그룹 통화 관리 (멤버 초대, 공유 RTP 세션)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CmpClient — CMP에 UDP JSON 명령 전송 (타임아웃 2초)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3814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CSubscriptionManager — SIP SUBSCRIBE/NOTIFY 상태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03903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UDP 5060 (SIP), TCP 25061, TLS 5061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UDP 9001 (CMP 응답 수신)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CMP — Component Media 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5331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RTP/RTCP 패킷 릴레이 (1:1 및 그룹)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MCPTT Floor 제어 (RTCP APP 패킷, PT=204, name='MCPT')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그룹 RTP 멀티캐스트: 화자→전체 멤버 포워딩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핵심 클래스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CmpServer — UDP JSON 명령 수신/디스패치, 리소스 풀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950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PRtpTrans — RTP/RTCP/Video 소켓 관리, 패킷 수신/전송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McpttGroup — 그룹 멤버 관리, Floor 상태머신, SSRC/Seq 재작성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9583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리소스 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7705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세션당 4포트: Audio RTP(+0), RTCP(+1), Video RTP(+2), RTCP(+3)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기본 20세션 × 4포트 = 50000~50079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proc() 처리 순서: RTCP(Floor) → RTP(Audio) → 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CSC — CIMS Service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5331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웹 인증 API (JWT, SHA256 비밀번호 해시)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가입자/구독/그룹 CRUD (MySQL)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MCPTT 서비스: IdMS(OAuth2 PKCE), GMS(그룹 XML), CMS(프로파일), KMS(키관리)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API 서버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Admin 서버 (HTTPS :4420) — /api/v1/auth/*, /api/v1/users/*, /api/v1/ptt/groups/*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950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MCPTT 서버 (HTTPS :4430) — /idms/*, /org.openmobilealliance.groups/*, /org.3gpp.mcptt.*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55263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0273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Python 3 + Uvicorn (ASGI)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7705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pymysql (MySQL), PyJWT (토큰), python-pptx (문서)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cwrtc — WebRTC-SIP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5331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브라우저 WebSocket ↔ SIP 프로토콜 변환 (B2BUA)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DTLS-SRTP(암호화) ↔ Plain RTP(CMP향) 미디어 브리지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RTCP Floor 제어 패킷 릴레이 (브라우저 ↔ CMP)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포트 레이아웃 (세션당 6포트)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+0: Audio DTLS (브라우저↔cwrtc, 암호화)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950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+1: Audio RTP (cwrtc↔CMP, 평문)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6382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+2: Audio RTCP (Floor 제어)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38143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+3: Video DTLS, +4: Video RTP, +5: Video RTCP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03903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SDP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브라우저향: UDP/TLS/RTP/SAVPF + ICE + DTLS fingerprint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5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D2E"/>
                </a:solidFill>
              </a:defRPr>
            </a:pPr>
            <a:r>
              <a:t>• CSP향: RTP/AVP (평문, 코덱: opus/48000 또는 AMR-WB/16000)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포트 할당 총괄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컴포넌트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포트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프로토콜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방향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5060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SIP/UDP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UE↔CSP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SIP 시그널링 (REGISTER, INVITE, BYE)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5061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SIP/TLS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UE↔CSP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SIP 시그널링 (암호화)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9001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UDP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CSP→CMP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 제어 명령 송신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9000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UDP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CSP→CMP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RTP 세션/그룹 관리 명령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50000-50079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RTP/RTCP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UE↔CMP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미디어 릴레이 + Floor RTCP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4420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HTTPS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Console→CSC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인증/가입자/그룹 관리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4430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HTTPS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Phone→CSC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MCPTT IdMS/GMS/CMS/KMS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cwrtc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8080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HTTP/WS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Phone→cwrtc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WebSocket + 정적 파일 서빙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cwrtc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30000+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DTLS-SRTP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Phone↔cwrtc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WebRTC 미디어 (암호화)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3306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CSP/CSC→DB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사용자/그룹/통화 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2. 메시지 Flow</a:t>
            </a:r>
          </a:p>
          <a:p>
            <a:pPr algn="ctr"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각 단계별 실제 메시지 및 필수 파라미터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PTT 그룹 통화 Flow — ① 발신자 INVITE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[1] UE-A → CSP: SIP INVITE (그룹 번호로 발신)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INVITE sip:+82571910001@csp SIP/2.0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From: &lt;sip:+82571900001@csp&gt;;tag=a1b2c3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To: &lt;sip:+82571910001@csp&gt;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Call-ID: abc123@192.168.0.100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CSeq: 1 INVITE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Contact: &lt;sip:+82571900001@192.168.0.100:5060&gt;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Content-Type: application/sdp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v=0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o=- 0 0 IN IP4 192.168.0.100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s=-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m=audio 40000 RTP/AVP 99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c=IN IP4 192.168.0.100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a=rtpmap:99 AMR-WB/16000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a=sendrecv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[2] CSP → CMP: addGroup (UDP JSON)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{"trans_id":1, "payload":{"cmd":"addgroup", "group_id":"+82571910001",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"count":3, "members":"+82571900001:0,+821030432632:0,+82571900002:1",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"csp_id":"CSP_MAIN", "cmp_id":"CMP_MAIN"}}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[3] CMP → CSP: 응답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{"trans_id":1, "response":{"status":"OK","ip":"192.168.0.2","port":50000,"video_port":50002}}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[4] CSP → UE-A: 200 OK (공유 RTP 포트)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SIP/2.0 200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m=audio 50000 RTP/AVP 99        ← CMP 공유 포트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c=IN IP4 192.168.0.2            ← CMP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※ group_id로 Group JSON/DB에서 멤버 조회 → members CSV로 CMP에 우선순위 전달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PTT 그룹 통화 Flow — ② 멤버 INVITE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[5] CSP → UE-B: INVITE (Multipart: SDP + MCPTT XML)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INVITE sip:+821030432632@csp SIP/2.0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Content-Type: multipart/mixed; boundary=mcptt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Contact: &lt;sip:+82571910001@csp&gt;;isfocus      ← 그룹 포커스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P-Called-Party-ID: &lt;sip:+821030432632@csp&gt;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Answer-Mode: Auto                             ← 자동 응답 요구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Resource-Priority: mcpttp.6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--mcptt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Content-Type: application/vnd.3gpp.mcptt-info+xml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&lt;?xml version="1.0" encoding="UTF-8"?&gt;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&lt;mcpttinfo xmlns="urn:3gpp:ns:mcpttInfo:1.0"&gt;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&lt;mcptt-Params&gt;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&lt;session-type&gt;prearranged&lt;/session-type&gt;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&lt;mcptt-request-uri&gt;tel:+821030432632&lt;/mcptt-request-uri&gt;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&lt;mcptt-calling-user-id&gt;tel:+82571900001&lt;/mcptt-calling-user-id&gt;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&lt;mcptt-calling-group-id&gt;tel:+82571910001&lt;/mcptt-calling-group-id&gt;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&lt;/mcptt-Params&gt;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&lt;/mcpttinfo&gt;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--mcptt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Content-Type: application/sdp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m=audio 50000 RTP/AVP 99        ← 동일 공유 포트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m=application 50001 UDP MCPTT   ← Floor 제어 포트 (RTP+1)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a=floorid:0 mstrm:audio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--mcptt--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[6] UE-B → CSP: 200 OK (수락, 자신의 RTP 포트 포함)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[7] CSP → CMP: joinGroup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{"trans_id":5, "payload":{"cmd":"joingroup", "group_id":"+82571910001",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"session_id":"+821030432632", "user_ip":"192.168.0.3",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"user_port":10001, "user_video_port":10004}}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PTT 그룹 통화 Flow — ③ Floor 제어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[8] UE-A → CMP: RTCP FLOOR_REQUEST (발언권 요청)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RTCP APP 패킷 (UDP, RTP포트+1=50001):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│ V=2 | PT=204(APP) | length=5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│ SSRC = 1000 (CMP 할당)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│ name = "MCPT"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│ opcode = 1 (FLOOR_REQUEST)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│ id_len = 15                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│ speaker_id = "+82571900001"              │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[9] CMP → UE-A: RTCP FLOOR_GRANT (발언권 승인)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opcode = 2, ssrc = 1000, speaker_id = "+82571900001"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[10] CMP → UE-B,C: RTCP FLOOR_TAKEN (화자 알림, 브로드캐스트)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opcode = 6, ssrc = 1000, speaker_id = "+82571900001"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[11] UE-A → CMP: RTP Audio (화자 음성)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CMP는 화자의 RTP를 수신하여 모든 멤버에게 포워딩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(SSRC/Sequence 재작성: 수신자별 고유값)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[12] UE-A → CMP: RTCP FLOOR_RELEASE (발언권 반납)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opcode = 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[13] CMP → ALL: RTCP FLOOR_IDLE (발언권 해제)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opcode =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※ 우선순위 선점: 현재 화자(prio=1)보다 높은 요청(prio=0) → REVOKE(7) → GRANT(2)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웹 단말 연결 Flow — ① IdMS 인증 (OAuth2 PKCE)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[1] 브라우저 → CSC: Authorization Request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GET https://server:4430/idms/authreq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?user_name=tel%3A%2B82571900001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&amp;user_password=123456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&amp;client_id=MCPTT_UE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&amp;redirect_uri=https%3A%2F%2Fserver%3A3000%2Fcallback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&amp;code_challenge=rPzO_zKmsLNK_C4NO8sZda2repcQTC-ji6mslmgR9Hc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&amp;code_challenge_method=S256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&amp;scope=openid+mcptt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&amp;state=omoD62dmYRyUhjp3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응답: {"code":"3ce2dae6-5da9-4126-b587-6135d3937193", "state":"omoD62dmYRyUhjp3"}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[2] 브라우저 → CSC: Token Request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POST https://server:4430/idms/tokenreq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Content-Type: application/x-www-form-urlencoded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grant_type=authorization_code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&amp;code=3ce2dae6-5da9-4126-b587-6135d3937193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&amp;redirect_uri=https://server:3000/callback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&amp;client_id=MCPTT_UE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&amp;code_verifier=test123456789012345678901234567890123456789012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응답: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"access_token": "eyJhbGciOiJIUzI1NiIs...",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"refresh_token": "a1b2c3d4-...",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"id_token": "eyJ...",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"expires_in": 3600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</a:defRPr>
            </a:pPr>
            <a:r>
              <a:t>※ PKCE: code_challenge = Base64URL(SHA256(code_verifier)), TTL: auth_code=60s, access_token=1h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웹 단말 연결 Flow — ② GMS 그룹 조회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[3] 브라우저 → CSC: 내 그룹 목록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GET https://server:4430/org.openmobilealliance.groups/users/tel%3A%2B82571900001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Authorization: Bearer eyJhbGciOiJIUzI1NiIs...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응답: [{"uri":"tel:+82571910001","display_name":"Alpha그룹","etag":"etag_1","member_count":3}]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[4] 브라우저 → CSC: 그룹 상세 (XML)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GET .../users/tel%3A%2B82571900001/tel%3A%2B82571910001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Accept: application/vnd.oma.poc.groups+xml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응답: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&lt;?xml version="1.0" encoding="UTF-8"?&gt;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&lt;resource-lists xmlns="urn:ietf:params:xml:ns:resource-lists"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xmlns:rl="urn:ietf:params:xml:ns:resource-lists"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xmlns:mcpttgi="urn:3gpp:ns:mcpttGroupInfo:1.0"&gt;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&lt;list-service uri="tel:+82571910001"&gt;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&lt;display-name xml:lang="en-us"&gt;Alpha그룹&lt;/display-name&gt;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&lt;list&gt;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&lt;entry uri="tel:+82571900001"&gt;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  &lt;rl:display-name&gt;테스트001&lt;/rl:display-name&gt;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  &lt;mcpttgi:user-priority&gt;0&lt;/mcpttgi:user-priority&gt;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&lt;/entry&gt;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&lt;entry uri="tel:+821030432632"&gt;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  &lt;rl:display-name&gt;관리자&lt;/rl:display-name&gt;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  &lt;mcpttgi:user-priority&gt;0&lt;/mcpttgi:user-priority&gt;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  &lt;/entry&gt;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&lt;/list&gt;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  &lt;mcpttgi:mcptt-video&gt;true&lt;/mcpttgi:mcptt-video&gt;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 &lt;/list-service&gt;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&lt;/resource-lists&gt;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웹 단말 연결 Flow — ③ WebSocket SIP 등록 + PTT 그룹 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SIP 등록 (register → registered)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[5] 브라우저 → cwrtc (WebSocket):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{"type":"register",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"user":"+82571900001",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"password":"123456",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"domain":"csp",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"auth_id":"+82571900001"}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[6] cwrtc → CSP (SIP):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REGISTER sip:csp SIP/2.0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From: &lt;sip:+82571900001@csp&gt;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Authorization: Digest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[7] CSP → cwrtc: 200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[8] cwrtc → 브라우저: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{"type":"registered",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"user":"+82571900001"}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PTT 그룹 초대 (ptt_auto_answer)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[9] CSP → cwrtc (SIP INVITE):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INVITE sip:+82571900001@cwrtc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Content-Type: multipart/mixed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(SDP + MCPTT XML)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[10] cwrtc → CSP: 200 OK (자동응답)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[11] cwrtc → 브라우저 (WebSocket):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{"type":"ptt_auto_answer",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"call_id":"WCSSyfqaawiJ...",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"from":"sip:+82571910001@csp",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"group_id":"+82571910001",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"sdp":"v=0\r\no=cwrtc 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[12] 브라우저 → cwrtc: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{"type":"answer",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"call_id":"WCSSyfqaawiJ...",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"sdp":"v=0\r\no=- ..."}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웹 단말 Floor 제어 (PTT PUSH/RELEASE)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PUSH (발언권 요청)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[1] 브라우저 → cwrtc (WebSocket):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{"type":"ptt_request",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"call_id":"WCSSyfqaawiJ..."}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[2] cwrtc → CMP (RTCP, port+1):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RTCP APP: opcode=1 (REQUEST)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SSRC=1000, name="MCPT"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[3] CMP → cwrtc (RTCP):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opcode=2 (GRANT), speaker=A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[4] cwrtc → 브라우저: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{"type":"ptt_floor",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"speaker":"tel:+82571900001"}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[5] CMP → 다른멤버들 (RTCP):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opcode=6 (TAKEN)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speaker_id="+82571900001"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[6] 다른멤버 cwrtc → 브라우저: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{"type":"ptt_floor",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"speaker":"tel:+82571900001"}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RELEASE (발언권 반납)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[1] 브라우저 → cwrtc: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{"type":"ptt_release",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"call_id":"WCSSyfqaawiJ..."}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[2] cwrtc → CMP (RTCP):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RTCP APP: opcode=4 (RELEASE)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[3] CMP → ALL (RTCP):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opcode=5 (IDLE)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[4] 각 cwrtc → 브라우저: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{"type":"ptt_idle"}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──────────────────────────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발언권 거부 시: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[3] CMP → 요청자 (RTCP):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opcode=3 (REJECT)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[4] cwrtc → 브라우저: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{"type":"ptt_reject"}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※ 우선순위 낮은 경우 거부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1:1 VoIP 통화 Flow (상세)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52400" lIns="203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[1] 브라우저-A → cwrtc-A (WebSocket):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{"type":"call", "to":"+821030432632",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 "sdp":"v=0\r\no=- 0 0 IN IP4 0.0.0.0\r\n..."}  ← WebRTC offer SDP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[2] cwrtc-A → CSP: SIP INVITE (Plain RTP SDP로 변환)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INVITE sip:+821030432632@csp SIP/2.0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m=audio 30001 RTP/AVP 111        ← cwrtc RTP 포트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a=rtpmap:111 opus/48000/2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[3] CSP → CMP: add (발신자 RTP 세션)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{"payload":{"cmd":"add","session_id":"call_001","remote_ip":"192.168.0.2","remote_port":30001}}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응답: {"status":"OK","local_ip":"192.168.0.2","local_port":50000}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[4] CSP → cwrtc-B: SIP INVITE (CMP 릴레이 포트)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m=audio 50000 RTP/AVP 111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c=IN IP4 192.168.0.2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[5] cwrtc-B → 브라우저-B: {"type":"incoming","call_id":"...","from":"+82571900001","sdp":"..."}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[6] 브라우저-B → cwrtc-B: {"type":"answer","call_id":"...","sdp":"..."}  ← WebRTC answer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[7] cwrtc-B → CSP: 200 OK (RTP 포트 포함)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[8] CSP → CMP: add (착신자 RTP 세션)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[9] 미디어 흐름: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t>    브라우저-A ══DTLS══► cwrtc-A ══RTP══► CMP ══RTP══► cwrtc-B ══DTLS══► 브라우저-B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3. 인터페이스 규격</a:t>
            </a:r>
          </a:p>
          <a:p>
            <a:pPr algn="ctr"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CSP↔CMP JSON, WebSocket, RTCP Floor, SIP 메시지 샘플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CSP→CMP JSON 프로토콜 — 요청/응답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addgroup 요청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전송: CSP → CMP (UDP, port 9000)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"trans_id": 1,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"payload":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"cmd": "addgroup",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"group_id": 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"count": 3,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"members": "+82571900001:0,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   +821030432632:0,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   +82571900002:1",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"csp_id": "CSP_MAIN",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"csp_sess_id": "0",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"cmp_id": "CMP_MAIN",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"cmp_sess_id": "0"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members 형식: "userId:priority,..."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priority: 0=최고, 값이 클수록 낮음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응답 + joingroup 요청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addgroup 응답: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"trans_id": 1,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"response":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"status": "OK",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"ip": "192.168.0.2",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"port": 50000,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"video_port": 50002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joingroup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"trans_id": 5,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"payload":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"cmd": "joingroup",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"group_id": 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"session_id": "+821030432632",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"user_ip": "192.168.0.3",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"user_port": 10001,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"user_video_port": 10004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CSP→CMP 전체 명령 명세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명령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필수 파라미터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응답 필드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add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session_id, remote_ip, remote_port,</a:t>
                      </a:r>
                    </a:p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remote_video_port, peer_index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local_ip, local_port,</a:t>
                      </a:r>
                    </a:p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local_video_port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1:1 RTP 릴레이 세션 생성/수정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remove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session_id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RTP 세션 해제, 포트 반환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addgroup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group_id, count,</a:t>
                      </a:r>
                    </a:p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members (CSV: id:prio,...)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ip, port, video_port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PTT 그룹 생성 + 공유 세션 할당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joingroup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group_id, session_id,</a:t>
                      </a:r>
                    </a:p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user_ip, user_port, user_video_port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멤버를 그룹에 추가 (IP:Port 등록)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leavegroup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group_id, session_id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멤버를 그룹에서 제거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removegroup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group_id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그룹 + 공유 세션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modifygroup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group_id, members (CSV)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멤버 우선순위 갱신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alive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(없음)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연결 확인 (3초 간격 KeepAlive)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645151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※ 공통 헤더: csp_id, csp_sess_id, cmp_id, cmp_sess_id / 타임아웃: 2000ms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RTCP APP Floor Control 패킷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Opcode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이름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방향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SSRC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speaker_id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FLOOR_REQUEST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UE→CMP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 할당값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요청자 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발언권 요청 (PTT 누름)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FLOOR_GRANT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CMP→요청자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요청자 SSRC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요청자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발언권 승인 → RTP 송신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FLOOR_REJECT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CMP→요청자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요청자 SSRC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요청자 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발언권 거부 (현재 화자 우선순위 높음)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FLOOR_RELEASE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UE→CMP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 할당값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(없음)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발언권 반납 (PTT 해제)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FLOOR_IDLE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CMP→전체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(없음)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발언권 해제됨 (아무도 안 잡고 있음)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FLOOR_TAKEN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CMP→전체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화자 SSRC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화자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발언권 점유됨 (화자 정보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FLOOR_REVOKE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CMP→현재화자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현재화자 SSRC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현재화자 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강제 회수 (높은 우선순위 선점)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61103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t>※ 패킷: PT=204(APP), name='MCPT', RTCP 포트=RTP포트+1, speaker_id는 4바이트 정렬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cwrtc WebSocket 프로토콜 — 클라이언트→서버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register (SIP 등록)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"register",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"user": "+82571900001",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"password": "123456",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"domain": "csp",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"auth_id": "+82571900001"}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auth_id: SIP IMPI (미입력시 user와 동일)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domain: CSP의 realm 설정값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call / answer / hangup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발신: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"call",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"to": "+821030432632",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"sdp": "v=0\r\n..."}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착신 수락: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"answer",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 "abc123...",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"sdp": "v=0\r\n..."}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통화 종료: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"hangup",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 "abc123..."}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PTT 발언권: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"ptt_request",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 "abc123..."}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"ptt_release",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 "abc123..."}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cwrtc WebSocket 프로토콜 — 서버→클라이언트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등록/통화 이벤트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등록 성공: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"registered",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"user": "+82571900001"}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일반 착신: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"incoming",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 "abc...",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"from": "+821030432632",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"sdp": "v=0...",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"ptt": "false"}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PTT 그룹 초대 (자동 응답):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"ptt_auto_answer",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"call_id": "WCSab...",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"from": "sip:+82571910001@csp",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"group_id": 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"sdp": "v=0..."}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통화 종료: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"ended",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"reason": "normal"}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PTT Floor 이벤트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화자 변경 (발언권 승인):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"ptt_floor",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"speaker": "tel:+82571900001"}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발언권 해제: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"ptt_idle"}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발언권 거부: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"ptt_reject"}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멤버 참가: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"ptt_member_joined",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"user_id": "tel:+82571900002"}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멤버 퇴장: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"ptt_member_left",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"user_id": "tel:+82571900002"}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연결 유지 (30초 간격):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{"type": "ping"}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4. 관리 API 명세</a:t>
            </a:r>
          </a:p>
          <a:p>
            <a:pPr algn="ctr">
              <a:spcBef>
                <a:spcPts val="1200"/>
              </a:spcBef>
              <a:defRPr sz="1600">
                <a:solidFill>
                  <a:srgbClr val="6B7280"/>
                </a:solidFill>
              </a:defRPr>
            </a:pPr>
            <a:r>
              <a:t>인증, 사용자, 구독, 그룹 — 실제 요청/응답 JSON 포함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인증 API — 로그인 / 회원가입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POST /api/v1/auth/login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POST https://server:4420/api/v1/auth/login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Content-Type: application/json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{"login_id": "admin",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"password": "1234"}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성공 응답 (200):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{"token": "eyJhbGciOiJIUzI1...",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"user":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"id": 33,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"name": "관리자",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"login_id": "admin",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"role": "admin",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"ptt_subscriptions": [{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"id": "+821030432632",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"auth_id": "user@domain",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"passwd": "1234",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"dnd": false,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"forward_id": 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}]}}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POST /api/v1/auth/register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{"name": "홍길동",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"login_id": "hong001",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"password": "mypassword"}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성공 응답 (201):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{"token": "eyJ...",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"user":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"id": 34,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"name": "홍길동",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"login_id": "hong001",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"role": "user",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"call_subscriptions": [],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"ptt_subscriptions": []}}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에러 응답: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400: {"error":"아이디를 입력하세요"}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409: {"error":"이미 사용 중인 아이디"}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JWT Payload: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{"sub":"33", "login_id":"admin",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"role":"admin", "exp":17755...}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TTL: 7일, Algorithm: HS256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사용자 CRUD — 목록 조회 /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GET /api/v1/users (전체 목록)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GET /api/v1/users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Authorization: Bearer &lt;admin_token&gt;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응답 (200):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"id": 1,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"name": "테스트001",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"login_id": "test001",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"org_id": "본부1팀",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"details": null,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"reject_id": [],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"call_subscriptions": [{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"id": "+821012345678",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"auth_id": "+821012345678",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"dnd": false,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"forward_id": "",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"register_time": "2026-03...",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"logout_time": null}],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"ptt_subscriptions": [...]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POST /api/v1/users (사용자 생성)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POST /api/v1/users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Authorization: Bearer &lt;admin_token&gt;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Content-Type: application/json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{"name": "신규사용자",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"login_id": "user001",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"org_id": "본부1팀",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"details": "비고 내용",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"reject_id": ["+821099990001"]}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성공 응답 (201):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{"id": 35, "name": "신규사용자",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"login_id": "user001", ...}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수정: PUT /api/v1/users/35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{"name": "변경이름"}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삭제: DELETE /api/v1/users/35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→ 연결된 Call/PTT 구독도 삭제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Call/PTT 구독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POST /users/{pid}/call (Call 번호 추가)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POST /api/v1/users/1/call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"id": "+821012345678",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"auth_id": "+821012345678",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"passwd": "1234",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"dnd": false,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"forward_id": 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필드 설명: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id: MSISDN (E.164, +국가코드)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auth_id: SIP Digest 인증 ID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         (미입력시 id와 동일)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passwd: SIP Digest 비밀번호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dnd: 방해금지 모드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forward_id: 착신전환 번호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POST /users/{pid}/ptt (PTT 번호 추가)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POST /api/v1/users/1/ptt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"id": "+82571900001",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"auth_id":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"4503382571900001@ptt.mnc033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.mcc450.3gppnetwork.org",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"passwd": "123456",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"dnd": false,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"forward_id": ""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auth_id 형식 (3GPP IMPI):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&lt;MCC&gt;&lt;MNC&gt;&lt;MSISDN&gt;@ptt.mnc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  &lt;MNC&gt;.mcc&lt;MCC&gt;.3gppnetwork.org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수정: PUT .../ptt/+82571900001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삭제: DELETE .../ptt/+82571900001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PTT 그룹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POST /api/v1/ptt/groups (그룹 생성)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요청: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"id": 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"name": "Alpha그룹",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"video_enabled": true,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"members": 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{"user_id":"+82571900001",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"priority": 0},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{"user_id":"+821030432632",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"priority": 0},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{"user_id":"+82571900002",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"priority": 1}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priority: 0=최고 우선순위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video_enabled: 영상 PTT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그룹 조회 / 멤버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전체 목록: GET /api/v1/ptt/groups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[{"id":"+82571910001",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"name":"Alpha그룹",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"video_enabled": true,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"member_count": 3,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"members":[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{"user_id":"+82571900001",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"priority":0}, ...]}]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멤버 추가: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POST /api/v1/ptt/groups/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+82571910001/members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{"user_id":"+82571900003",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"priority": 2}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// 멤버 삭제: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DELETE /api/v1/ptt/groups/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+82571910001/members/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+82571900003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0" lIns="3048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DB 스키마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646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테이블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컬럼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키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INT AUTO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사용자 고유 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표시 이름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login_id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UNIQUE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로그인 아이디 (ex: test001)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SHA256 해시 비밀번호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ENUM(admin,user)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org_id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소속 조직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voip_subscriptions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VARCHAR(32)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MSISDN (E.164)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FK→users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소유자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auth_id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SIP IMPI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passwd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SIP Digest PW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dnd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TINYINT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방해금지 (0/1)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forward_id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착신전환 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ptt_groups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VARCHAR(32)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그룹 MSISDN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그룹 표시 이름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video_enabled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TINYINT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영상 지원 여부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ptt_group_members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group_id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그룹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VARCHAR(32)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FK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PTT 구독 MSISDN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647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D2E"/>
                          </a:solidFill>
                        </a:defRPr>
                      </a:pPr>
                      <a:r>
                        <a:t>우선순위 (0=최고)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  <a:p>
            <a:pPr algn="ctr">
              <a:spcBef>
                <a:spcPts val="2000"/>
              </a:spcBef>
              <a:defRPr sz="1800">
                <a:solidFill>
                  <a:srgbClr val="C8DCFF"/>
                </a:solidFill>
              </a:defRPr>
            </a:pPr>
            <a:r>
              <a:t>CIMS Technical Documentation v1.0</a:t>
            </a:r>
            <a:br/>
            <a:br/>
            <a:r>
              <a:t>3GPP TS 24.379/380/481 · OMA PoC · RFC 3261/3550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